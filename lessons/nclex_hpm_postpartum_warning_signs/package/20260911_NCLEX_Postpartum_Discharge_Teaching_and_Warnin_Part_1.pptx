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Postpartum Discharge Teaching and Warning Signs. Teach expected recovery, self-care, follow-up, and urgent warning signs using confirmation of understanding. Five lanes carry the lesson: expected recovery, escalation, teach back,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The patient reports soaking a pad rapidly with ongoing heavy bleeding.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Teach expected recovery, self-care, follow-up, and urgent warning signs using confirmation of understanding.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Expected recovery</a:t>
            </a:r>
          </a:p>
          <a:p>
            <a:r>
              <a:t>- Escalation</a:t>
            </a:r>
          </a:p>
          <a:p>
            <a:r>
              <a:t>- Teach-back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recovery. Explain the usual progression of lochia, comfort measures, hydration, rest, and follow-up while emphasizing that symptoms must be interpreted with the whole clinical picture. Everything on this slide is the source topic's own wording; the bullets are that same sentence broken up for the screen. This is lane 1 of 3, and it answers: Distinguish expected postpartum changes from warning signs.</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Escalation. Urgent evaluation is needed for heavy bleeding, breathing difficulty, chest pain, seizure, severe headache with concerning features, or thoughts of self-harm or harming the infant. Everything on this slide is the source topic's own wording; the bullets are that same sentence broken up for the screen. This is lane 2 of 3, and it answers: Prioritize urgent follow-up instructions.</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Teach-back. Ask the patient to explain when and how they would obtain help; correct gaps and include the support person when desired. Everything on this slide is the source topic's own wording; the bullets are that same sentence broken up for the screen. This is lane 3 of 3, and it answers: Use teach-back to verify understanding.</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Expected recovery</a:t>
            </a:r>
          </a:p>
          <a:p>
            <a:r>
              <a:t>- B relates to: Escalation</a:t>
            </a:r>
          </a:p>
          <a:p>
            <a:r>
              <a:t>- C relates to: Teach-back</a:t>
            </a:r>
          </a:p>
          <a:p>
            <a:r>
              <a:t>- D relates to: Teach-back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The patient reports sudden shortness of breath and chest pain. Read all four options and commit to one before the reveal, because the value of a checkpoint is in being wrong out loud rather than quietly. The reasoning you are being tested on is this: Acute cardiopulmonary symptoms may indicate a life-threatening complication.</a:t>
            </a:r>
          </a:p>
          <a:p/>
          <a:p>
            <a:r>
              <a:t>CORRECT: C</a:t>
            </a:r>
          </a:p>
          <a:p>
            <a:r>
              <a:t>RATIONALE: Acute cardiopulmonary symptoms may indicate a life-threatening complication.</a:t>
            </a:r>
          </a:p>
          <a:p/>
          <a:p>
            <a:r>
              <a:t>ANSWER KEY:</a:t>
            </a:r>
          </a:p>
          <a:p>
            <a:r>
              <a:t>- C. Instruct the patient to activate emergency services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The patient expresses thoughts of harming themself or the infant. Write two sentences before the debrief: one naming what you assess, one naming what you do about it. Keep them in that order, because the order is the judgement. The keyed reasoning is: Thoughts of harm require immediate safety intervention, not routine follow-up.</a:t>
            </a:r>
          </a:p>
          <a:p/>
          <a:p>
            <a:r>
              <a:t>ANSWER KEY:</a:t>
            </a:r>
          </a:p>
          <a:p>
            <a:r>
              <a:t>- Maintain safety and arrange immediate emergency mental-health evaluation.</a:t>
            </a:r>
          </a:p>
          <a:p>
            <a:r>
              <a:t>- Thoughts of harm require immediate safety intervention, not routine follow-up.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patient reports unilateral leg swelling and pain. All four options are things a nurse might plausibly do, which is what makes it a capstone rather than a checkpoint. Choose the priority action, not merely a defensible one. The reasoning that separates them: Unilateral pain and swelling can signal venous thrombosis and require timely assessment.</a:t>
            </a:r>
          </a:p>
          <a:p/>
          <a:p>
            <a:r>
              <a:t>CORRECT: B</a:t>
            </a:r>
          </a:p>
          <a:p>
            <a:r>
              <a:t>RATIONALE: Unilateral pain and swelling can signal venous thrombosis and require timely assessment.</a:t>
            </a:r>
          </a:p>
          <a:p/>
          <a:p>
            <a:r>
              <a:t>ANSWER KEY:</a:t>
            </a:r>
          </a:p>
          <a:p>
            <a:r>
              <a:t>- B. Arrange prompt evaluation for a possible thromboembolic complication.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Pair self-care with escalation instructions.</a:t>
            </a:r>
          </a:p>
          <a:p>
            <a:r>
              <a:t>- Heavy bleeding and cardiopulmonary symptoms require urgent action.</a:t>
            </a:r>
          </a:p>
          <a:p>
            <a:r>
              <a:t>- Include mental-health safety.</a:t>
            </a:r>
          </a:p>
          <a:p>
            <a:r>
              <a:t>- Verify learning with teach-back.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Postpartum Discharge Teaching and Warning Signs</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Health Promotion and Maintenance  ·  Postpartum_Discharge_Teaching_and_Warnin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Teach expected recovery, self-care, follow-up, and urgent warning signs using confirmation of understanding.</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Postpartum Discharge Teaching and Warning Signs</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Health Promotion and Maintenance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The patient reports soaking a pad rapidly with ongoing heavy bleeding.</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Distinguish expected postpartum changes from warning signs.
- Concept: Maternal Health Promotion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Teach expected recovery, self-care, follow-up, and urgent warning signs using confirmation of understanding.</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Expected Recovery</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Expected recovery</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Escalation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Escalation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Teach Back</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Teach-back</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Expected Recovery</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Expected recovery</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Escalation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Escalation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Teach Back</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Teach-back</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Expected recovery</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Escalation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Teach-back</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EXPECTED RECOVERY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Expected recovery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recovery</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Explain the usual progression of lochia, comfort measures, hydration, rest, and follow-up while emphasizing that symptoms must be interpreted with the whole clinical picture.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Distinguish expected postpartum changes from warning signs.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ESCALATION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Escalation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Escalation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Urgent evaluation is needed for heavy bleeding, breathing difficulty, chest pain, seizure, severe headache with concerning features, or thoughts of self-harm or harming the infant.</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Prioritize urgent follow-up instructions.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TEACH BACK</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Teach-back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Teach-back</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Ask the patient to explain when and how they would obtain help; correct gaps and include the support person when desired.</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Use teach-back to verify understanding.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The patient reports soaking a pad rapidly with ongoing heavy bleeding.</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Expected recovery</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The patient reports sudden shortness of breath and chest pain.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Escalation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The patient expresses thoughts of harming themself or the infant.</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Teach-back</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The patient cannot state whom to contact for worsening symptoms.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Direct the patient to obtain urgent evaluation for possibl</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Heavy postpartum bleeding can represent a time-sensitive maternal emergency.</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Instruct the patient to activate emergency services immedi</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Acute cardiopulmonary symptoms may indicate a life-threatening complication.</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Maintain safety and arrange immediate emergency mental-hea</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Thoughts of harm require immediate safety intervention, not routine follow-up.</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Repeat the escalation plan and use teach-back before disch</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Teach-back identifies and corrects gaps in actionable discharge knowledge.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The patient reports sudden shortness of breath and chest pain.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Instruct the patient to activate emergency services immediately.</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The patient expresses thoughts of harming themself or the infant.</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Maintain safety and arrange immediate emergency mental-health evaluation.
- Because: Thoughts of harm require immediate safety intervention, not routine follow-up.</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reports soaking a pad rapidly with ongoing heavy bleeding.
- The patient reports sudden shortness of breath and chest pain.
- The patient expresses thoughts of harming themself or the infant.</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cannot state whom to contact for worsening symptoms.
- The patient reports unilateral leg swelling and pain.</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Expected finding</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Urgent warning sign</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Who to call</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Follow-up appointment</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Teach-back response</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patient reports unilateral leg swelling and pain.</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Arrange prompt evaluation for a possible thromboembolic complication.</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Pair self-care with escalation instructions.</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Heavy bleeding and cardiopulmonary symptoms require urgent action.</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Include mental-health safety.</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Verify learning with teach-back.</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Use teach-back to verify understanding.</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Pair Self-Care With Escalation Instructi</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Pair self-care with escalation instructions.</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Heavy Bleeding And Cardiopulmonary Sympt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Heavy bleeding and cardiopulmonary symptoms require urgent action.</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Include Mental-Health Safety</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Include mental-health safety.</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Verify Learning With Teach-Back</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Verify learning with teach-back.</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Teach expected recovery, self-care, follow-up, and urgent warning signs using confirmation of understanding.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