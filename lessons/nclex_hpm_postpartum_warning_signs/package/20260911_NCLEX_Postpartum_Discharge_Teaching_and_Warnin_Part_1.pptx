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Postpartum Discharge Teaching and Warning Signs. The concept underneath it is maternal health promotion, and the module rates its safety risk high — its top rating, so this is one to be able to do under pressure rather than one to recognise on a test. Here is the whole lesson in one sentence. Teach expected recovery, self-care, follow-up, and urgent warning signs using confirmation of understanding. By the end you should be able to do three things: distinguish expected postpartum changes from warning signs; prioritize urgent follow-up instructions; and use teach-back to verify understanding.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The patient reports soaking a pad rapidly with ongoing heavy bleeding.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Teach expected recovery, self-care, follow-up, and urgent warning signs using confirmation of understanding. Keep that sentence in view for the rest of the session. When a slide stops making sense it is almost always because you have lost which part of this sentence it is working on, and naming the part is the fastest way back. The lesson takes the question in three moves — expected recovery, then escalation, then teach-back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Expected recovery</a:t>
            </a:r>
          </a:p>
          <a:p>
            <a:r>
              <a:t>- Escalation</a:t>
            </a:r>
          </a:p>
          <a:p>
            <a:r>
              <a:t>- Teach-back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recovery. Explain the usual progression of lochia, comfort measures, hydration, rest, and follow-up while emphasizing that symptoms must be interpreted with the whole clinical picture.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distinguish expected postpartum changes from warning signs,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Escalation. Urgent evaluation is needed for heavy bleeding, breathing difficulty, chest pain, seizure, severe headache with concerning features, or thoughts of self-harm or harming the infant.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prioritize urgent follow-up instructions,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Teach-back. Ask the patient to explain when and how they would obtain help; correct gaps and include the support person when desired.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use teach-back to verify understanding,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Expected recovery</a:t>
            </a:r>
          </a:p>
          <a:p>
            <a:r>
              <a:t>- B relates to: Escalation</a:t>
            </a:r>
          </a:p>
          <a:p>
            <a:r>
              <a:t>- C relates to: Teach-back</a:t>
            </a:r>
          </a:p>
          <a:p>
            <a:r>
              <a:t>- D relates to: Teach-back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The patient reports sudden shortness of breath and chest pain. Read all four options and commit to one before the reveal, because the value of a checkpoint is in being wrong out loud rather than quietly. The reasoning you are being tested on is this: Acute cardiopulmonary symptoms may indicate a life-threatening complication.</a:t>
            </a:r>
          </a:p>
          <a:p/>
          <a:p>
            <a:r>
              <a:t>CORRECT: C</a:t>
            </a:r>
          </a:p>
          <a:p>
            <a:r>
              <a:t>RATIONALE: Acute cardiopulmonary symptoms may indicate a life-threatening complication.</a:t>
            </a:r>
          </a:p>
          <a:p/>
          <a:p>
            <a:r>
              <a:t>ANSWER KEY:</a:t>
            </a:r>
          </a:p>
          <a:p>
            <a:r>
              <a:t>- C. Instruct the patient to activate emergency services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The patient expresses thoughts of harming themself or the infant. Write two sentences before the debrief: one naming what you assess, one naming what you do about it. Keep them in that order, because the order is the judgement. The keyed reasoning is: Thoughts of harm require immediate safety intervention, not routine follow-up.</a:t>
            </a:r>
          </a:p>
          <a:p/>
          <a:p>
            <a:r>
              <a:t>ANSWER KEY:</a:t>
            </a:r>
          </a:p>
          <a:p>
            <a:r>
              <a:t>- Maintain safety and arrange immediate emergency mental-health evaluation.</a:t>
            </a:r>
          </a:p>
          <a:p>
            <a:r>
              <a:t>- Thoughts of harm require immediate safety intervention, not routine follow-up.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patient reports unilateral leg swelling and pain. All four options are things a nurse might plausibly do, which is what makes it a capstone rather than a checkpoint. Choose the priority action, not merely a defensible one. The reasoning that separates them: Unilateral pain and swelling can signal venous thrombosis and require timely assessment.</a:t>
            </a:r>
          </a:p>
          <a:p/>
          <a:p>
            <a:r>
              <a:t>CORRECT: B</a:t>
            </a:r>
          </a:p>
          <a:p>
            <a:r>
              <a:t>RATIONALE: Unilateral pain and swelling can signal venous thrombosis and require timely assessment.</a:t>
            </a:r>
          </a:p>
          <a:p/>
          <a:p>
            <a:r>
              <a:t>ANSWER KEY:</a:t>
            </a:r>
          </a:p>
          <a:p>
            <a:r>
              <a:t>- B. Arrange prompt evaluation for a possible thromboembolic complication.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Pair self-care with escalation instructions.</a:t>
            </a:r>
          </a:p>
          <a:p>
            <a:r>
              <a:t>- Heavy bleeding and cardiopulmonary symptoms require urgent action.</a:t>
            </a:r>
          </a:p>
          <a:p>
            <a:r>
              <a:t>- Include mental-health safety.</a:t>
            </a:r>
          </a:p>
          <a:p>
            <a:r>
              <a:t>- Verify learning with teach-back.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Teach expected recovery, self-care, follow-up, and urgent warning signs using confirmation of understanding. The lines on this slide are the module's own answer, and they are what should still be there in a week when the detail has gone. If you keep one, keep the first: Pair self-care with escalation instructions.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Postpartum Discharge Teaching and Warning Signs</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Health Promotion and Maintenance  ·  Postpartum_Discharge_Teaching_and_Warnin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Teach expected recovery, self-care, follow-up, and urgent warning signs using confirmation of understanding.</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Postpartum Discharge Teaching and Warning Signs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Health Promotion and Maintenance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The patient reports soaking a pad rapidly with ongoing heavy bleeding.</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Distinguish expected postpartum changes from warning signs.
- Concept: Maternal Health Promotion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Teach expected recovery, self-care, follow-up, and urgent warning signs using confirmation of understanding.</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Expected Recovery</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Expected recovery</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Escalation</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Escalation</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Teach Back</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Teach-back</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Expected Recovery</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Expected recovery</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Escalation</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Escalation</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Teach Back</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Teach-back</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Expected recovery</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Escalation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Teach-back</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EXPECTED RECOVERY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Expected recovery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Expected recovery</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Explain the usual progression of lochia, comfort measures, hydration, rest, and follow-up while emphasizing that symptoms must be interpreted with the whole clinical picture.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Distinguish expected postpartum changes from warning signs.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Escalation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Escalation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Urgent evaluation is needed for heavy bleeding, breathing difficulty, chest pain, seizure, severe headache with concerning features, or thoughts of self-harm or harming the infant.</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Prioritize urgent follow-up instructions.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TEACH BACK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Teach-back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Teach-back</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Ask the patient to explain when and how they would obtain help; correct gaps and include the support person when desired.</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Use teach-back to verify understanding.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The patient reports soaking a pad rapidly with ongoing heavy bleeding.</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Expected recovery</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The patient reports sudden shortness of breath and chest pain.</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Escalation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The patient expresses thoughts of harming themself or the infant.</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Teach-back</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The patient cannot state whom to contact for worsening symptoms.</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Direct the patient to obtain urgent evaluation for possibl</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Heavy postpartum bleeding can represent a time-sensitive maternal emergency.</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Instruct the patient to activate emergency services immedi</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Acute cardiopulmonary symptoms may indicate a life-threatening complication.</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Maintain safety and arrange immediate emergency mental-hea</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Thoughts of harm require immediate safety intervention, not routine follow-up.</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Repeat the escalation plan and use teach-back before disch</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Teach-back identifies and corrects gaps in actionable discharge knowledge.</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The patient reports sudden shortness of breath and chest pain.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Instruct the patient to activate emergency services immediately.</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patient expresses thoughts of harming themself or the infant.</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Maintain safety and arrange immediate emergency mental-health evaluation.
- Because: Thoughts of harm require immediate safety intervention, not routine follow-up.</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reports soaking a pad rapidly with ongoing heavy bleeding.
- The patient reports sudden shortness of breath and chest pain.
- The patient expresses thoughts of harming themself or the infant.</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cannot state whom to contact for worsening symptoms.
- The patient reports unilateral leg swelling and pain.</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Expected finding</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Urgent warning sign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Who to call</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Follow-up appointment</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Teach-back response</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patient reports unilateral leg swelling and pain.</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Arrange prompt evaluation for a possible thromboembolic complication.</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Pair self-care with escalation instructions.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Heavy bleeding and cardiopulmonary symptoms require urgent action.</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Include mental-health safety.</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Verify learning with teach-back.</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Use teach-back to verify understanding.</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Pair Self-Care With Escalation Instructi</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Pair self-care with escalation instructions.</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Heavy Bleeding And Cardiopulmonary Sympt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Heavy bleeding and cardiopulmonary symptoms require urgent action.</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Include Mental-Health Safety</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Include mental-health safety.</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Verify Learning With Teach-Back</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Verify learning with teach-back.</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Teach expected recovery, self-care, follow-up, and urgent warning signs using confirmation of understanding.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