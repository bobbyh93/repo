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Delegation and Supervision. The concept underneath it is care coordination, and the module rates its safety risk high — its top rating, so this is one to be able to do under pressure rather than one to recognise on a test. Here is the whole lesson in one sentence. Match the task to the delegatee, retain nursing judgment, communicate expectations, and evaluate the result. By the end you should be able to do three things: differentiate tasks that require nursing judgment from tasks that may be delegated; select an appropriate delegatee using patient stability, task predictability, and local scope; and provide direction, supervision, and outcome evaluation after delegation.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A newly admitted patient has changing neurologic findings.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Match the task to the delegatee, retain nursing judgment, communicate expectations, and evaluate the result. Keep that sentence in view for the rest of the session. When a slide stops making sense it is almost always because you have lost which part of this sentence it is working on, and naming the part is the fastest way back. The lesson takes the question in three moves — decision frame, then communication, then supervision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Decision frame</a:t>
            </a:r>
          </a:p>
          <a:p>
            <a:r>
              <a:t>- Communication</a:t>
            </a:r>
          </a:p>
          <a:p>
            <a:r>
              <a:t>-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frame. The nurse assesses the patient and task before delegating. Assessment, teaching, evaluation, and unstable-patient decisions remain with the licensed nurse.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differentiate tasks that require nursing judgment from tasks that may be delegated,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Communication. State the task, expected result, reporting parameters, and time frame. Confirm understanding and availability for questions.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select an appropriate delegatee using patient stability, task predictability, and local scope,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Supervision. Delegation transfers performance of a task, not accountability for the nursing decision. Reassess the patient and evaluate completion.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provide direction, supervision, and outcome evaluation after delegation,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Decision frame</a:t>
            </a:r>
          </a:p>
          <a:p>
            <a:r>
              <a:t>- B relates to: Communication</a:t>
            </a:r>
          </a:p>
          <a:p>
            <a:r>
              <a:t>- C relates to: Supervision</a:t>
            </a:r>
          </a:p>
          <a:p>
            <a:r>
              <a:t>- D relates to: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A stable patient needs routine intake and output recorded. Read all four options and commit to one before the reveal, because the value of a checkpoint is in being wrong out loud rather than quietly. The reasoning you are being tested on is this: A predictable task may be delegated when direction and supervision are provided.</a:t>
            </a:r>
          </a:p>
          <a:p/>
          <a:p>
            <a:r>
              <a:t>CORRECT: C</a:t>
            </a:r>
          </a:p>
          <a:p>
            <a:r>
              <a:t>RATIONALE: A predictable task may be delegated when direction and supervision are provided.</a:t>
            </a:r>
          </a:p>
          <a:p/>
          <a:p>
            <a:r>
              <a:t>ANSWER KEY:</a:t>
            </a:r>
          </a:p>
          <a:p>
            <a:r>
              <a:t>- C. Delegate measurement with clear reporting parameters and review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A patient requires initial teaching for a new diagnosis. Write two sentences before the debrief: one naming what you assess, one naming what you do about it. Keep them in that order, because the order is the judgement. The keyed reasoning is: Initial teaching and evaluation require nursing judgment.</a:t>
            </a:r>
          </a:p>
          <a:p/>
          <a:p>
            <a:r>
              <a:t>ANSWER KEY:</a:t>
            </a:r>
          </a:p>
          <a:p>
            <a:r>
              <a:t>- The registered nurse performs and evaluates the initial teaching.</a:t>
            </a:r>
          </a:p>
          <a:p>
            <a:r>
              <a:t>- Initial teaching and evaluation require nursing judgment.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The task is permitted by policy but the delegatee has not demonstrated competence. All four options are things a nurse might plausibly do, which is what makes it a capstone rather than a checkpoint. Choose the priority action, not merely a defensible one. The reasoning that separates them: Permitted scope does not replace validation of individual competence.</a:t>
            </a:r>
          </a:p>
          <a:p/>
          <a:p>
            <a:r>
              <a:t>CORRECT: B</a:t>
            </a:r>
          </a:p>
          <a:p>
            <a:r>
              <a:t>RATIONALE: Permitted scope does not replace validation of individual competence.</a:t>
            </a:r>
          </a:p>
          <a:p/>
          <a:p>
            <a:r>
              <a:t>ANSWER KEY:</a:t>
            </a:r>
          </a:p>
          <a:p>
            <a:r>
              <a:t>- B. Assign the task to a competent team member or complete it as the nurse.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Assess before delegating.</a:t>
            </a:r>
          </a:p>
          <a:p>
            <a:r>
              <a:t>- Do not delegate nursing judgment.</a:t>
            </a:r>
          </a:p>
          <a:p>
            <a:r>
              <a:t>- Give explicit report-back parameters.</a:t>
            </a:r>
          </a:p>
          <a:p>
            <a:r>
              <a:t>- Evaluate the patient outcome.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Match the task to the delegatee, retain nursing judgment, communicate expectations, and evaluate the result. The lines on this slide are the module's own answer, and they are what should still be there in a week when the detail has gone. If you keep one, keep the first: Assess before delegating.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Safe Delegation and Supervision</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Management of Care  ·  Safe_Delegation_and_Supervision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Match the task to the delegatee, retain nursing judgment, communicate expectations, and evaluate the result.</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Safe Delegation and Supervision</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Management of Care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A newly admitted patient has changing neurologic findings.</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Differentiate tasks that require nursing judgment from tasks that may be delegated.
- Concept: Care Coordination</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Match the task to the delegatee, retain nursing judgment, communicate expectations, and evaluate the result.</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Decision Frame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Decision frame</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Communication</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Communication</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Supervision</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Supervision</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Decision Frame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Decision frame</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Communication</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Communication</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Supervision</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Supervision</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Decision frame</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Communication</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Supervision</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DECISION FRAME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Decision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Decision frame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The nurse assesses the patient and task before delegating. Assessment, teaching, evaluation, and unstable-patient decisions remain with the licensed nurse.</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Differentiate tasks that require nursing judgment from tasks that may be delegated.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COMMUNICATION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Communication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Communication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State the task, expected result, reporting parameters, and time frame. Confirm understanding and availability for questions.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Select an appropriate delegatee using patient stability, task predictability, and local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SUPERVISION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Supervision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Supervision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Delegation transfers performance of a task, not accountability for the nursing decision. Reassess the patient and evaluate completion.</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Provide direction, supervision, and outcome evaluation after delegation.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A newly admitted patient has changing neurologic findings.</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Decision frame</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A stable patient needs routine intake and output recorded.</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Communication</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A patient requires initial teaching for a new diagnosis.</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Supervision</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A delegatee reports a value outside the stated parameters.</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The registered nurse performs the focused assessment and d</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An unstable or changing condition requires licensed nursing assessment and judgment.</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Delegate measurement with clear reporting parameters and r</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 predictable task may be delegated when direction and supervision are provided.</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The registered nurse performs and evaluates the initial te</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Initial teaching and evaluation require nursing judgment.</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Assess the patient and determine the appropriate nursing r</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The nurse must interpret abnormal findings and act on the patient response.</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A stable patient needs routine intake and output recorded.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Delegate measurement with clear reporting parameters and review the result.</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A patient requires initial teaching for a new diagnosis.</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The registered nurse performs and evaluates the initial teaching.
- Because: Initial teaching and evaluation require nursing judgment.</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 newly admitted patient has changing neurologic findings.
- A stable patient needs routine intake and output recorded.
- A patient requires initial teaching for a new diagnosis.</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 delegatee reports a value outside the stated parameters.
- The task is permitted by policy but the delegatee has not demonstrated competence.</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stability</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Task predictability</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Required nursing judgment</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Directions and report-back criteria</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Evaluation completed</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The task is permitted by policy but the delegatee has not demonstrated competence.</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Assign the task to a competent team member or complete it as the nurse.</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Assess before delegating.</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Do not delegate nursing judgment.</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Give explicit report-back parameters.</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Evaluate the patient outcome.</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Provide direction, supervision, and outcome evaluation after delegation.</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Assess Before Delegating</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Assess before delegating.</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Do Not Delegate Nursing Judgment</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Do not delegate nursing judgment.</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Give Explicit Report-Back Parameters</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Give explicit report-back parameters.</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Evaluate The Patient Outcome</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Evaluate the patient outcome.</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Match the task to the delegatee, retain nursing judgment, communicate expectations, and evaluate the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