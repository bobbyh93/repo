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 Delegation and Supervision. Match the task to the delegatee, retain nursing judgment, communicate expectations, and evaluate the result. Five lanes carry the lesson: decision frame, communication, supervision, apply, evaluate.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cue. A newly admitted patient has changing neurologic findings. Decide what you would do before the lesson tells you, and hold on to it; the same cue returns as the first assessment item.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organizes the lesson: Match the task to the delegatee, retain nursing judgment, communicate expectations, and evaluate the result.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The three teaching lanes are the topic's own sections; apply and evaluate close the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Decision frame</a:t>
            </a:r>
          </a:p>
          <a:p>
            <a:r>
              <a:t>- Communication</a:t>
            </a:r>
          </a:p>
          <a:p>
            <a:r>
              <a:t>- Supervision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frame. The nurse assesses the patient and task before delegating. Assessment, teaching, evaluation, and unstable-patient decisions remain with the licensed nurse. Everything on this slide is the source topic's own wording; the bullets are that same sentence broken up for the screen. This is lane 1 of 3, and it answers: Differentiate tasks that require nursing judgment from tasks that may be delegated.</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 State the task, expected result, reporting parameters, and time frame. Confirm understanding and availability for questions. Everything on this slide is the source topic's own wording; the bullets are that same sentence broken up for the screen. This is lane 2 of 3, and it answers: Select an appropriate delegatee using patient stability, task predictability, and local scope.</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Supervision. Delegation transfers performance of a task, not accountability for the nursing decision. Reassess the patient and evaluate completion. Everything on this slide is the source topic's own wording; the bullets are that same sentence broken up for the screen. This is lane 3 of 3, and it answers: Provide direction, supervision, and outcome evaluation after delegation.</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with one partner. Match each cue to the section of the lesson that tells you what to do with it.</a:t>
            </a:r>
          </a:p>
          <a:p/>
          <a:p>
            <a:r>
              <a:t>ANSWER KEY:</a:t>
            </a:r>
          </a:p>
          <a:p>
            <a:r>
              <a:t>- A relates to: Decision frame</a:t>
            </a:r>
          </a:p>
          <a:p>
            <a:r>
              <a:t>- B relates to: Communication</a:t>
            </a:r>
          </a:p>
          <a:p>
            <a:r>
              <a:t>- C relates to: Supervision</a:t>
            </a:r>
          </a:p>
          <a:p>
            <a:r>
              <a:t>- D relates to: Supervision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rationale below is the topic's own. Read them as a set: they describe one habit of mind, not five rules.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A stable patient needs routine intake and output recorded. Read all four options and commit to one before the reveal, because the value of a checkpoint is in being wrong out loud rather than quietly. The reasoning you are being tested on is this: A predictable task may be delegated when direction and supervision are provided.</a:t>
            </a:r>
          </a:p>
          <a:p/>
          <a:p>
            <a:r>
              <a:t>CORRECT: C</a:t>
            </a:r>
          </a:p>
          <a:p>
            <a:r>
              <a:t>RATIONALE: A predictable task may be delegated when direction and supervision are provided.</a:t>
            </a:r>
          </a:p>
          <a:p/>
          <a:p>
            <a:r>
              <a:t>ANSWER KEY:</a:t>
            </a:r>
          </a:p>
          <a:p>
            <a:r>
              <a:t>- C. Delegate measurement with clear reporting parameters and review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A patient requires initial teaching for a new diagnosis. Write two sentences before the debrief: one naming what you assess, one naming what you do about it. Keep them in that order, because the order is the judgement. The keyed reasoning is: Initial teaching and evaluation require nursing judgment.</a:t>
            </a:r>
          </a:p>
          <a:p/>
          <a:p>
            <a:r>
              <a:t>ANSWER KEY:</a:t>
            </a:r>
          </a:p>
          <a:p>
            <a:r>
              <a:t>- The registered nurse performs and evaluates the initial teaching.</a:t>
            </a:r>
          </a:p>
          <a:p>
            <a:r>
              <a:t>- Initial teaching and evaluation require nursing judgment.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fields the topic asks you to be able to fill in for any patient. If you cannot complete one, that is the part of the assessment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The task is permitted by policy but the delegatee has not demonstrated competence. All four options are things a nurse might plausibly do, which is what makes it a capstone rather than a checkpoint. Choose the priority action, not merely a defensible one. The reasoning that separates them: Permitted scope does not replace validation of individual competence.</a:t>
            </a:r>
          </a:p>
          <a:p/>
          <a:p>
            <a:r>
              <a:t>CORRECT: B</a:t>
            </a:r>
          </a:p>
          <a:p>
            <a:r>
              <a:t>RATIONALE: Permitted scope does not replace validation of individual competence.</a:t>
            </a:r>
          </a:p>
          <a:p/>
          <a:p>
            <a:r>
              <a:t>ANSWER KEY:</a:t>
            </a:r>
          </a:p>
          <a:p>
            <a:r>
              <a:t>- B. Assign the task to a competent team member or complete it as the nurse.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Assess before delegating.</a:t>
            </a:r>
          </a:p>
          <a:p>
            <a:r>
              <a:t>- Do not delegate nursing judgment.</a:t>
            </a:r>
          </a:p>
          <a:p>
            <a:r>
              <a:t>- Give explicit report-back parameters.</a:t>
            </a:r>
          </a:p>
          <a:p>
            <a:r>
              <a:t>- Evaluate the patient outcome.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frame.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Safe Delegation and Supervision</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Management of Care  ·  Safe_Delegation_and_Supervision</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Match the task to the delegatee, retain nursing judgment, communicate expectations, and evaluate the result.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Safe Delegation and Supervision</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Management of Care · safety risk: high</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 newly admitted patient has changing neurologic findings.</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Differentiate tasks that require nursing judgment from tasks that may be delegated.
- Concept: Care Coordination</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Match the task to the delegatee, retain nursing judgment, communicate expectations, and evaluate the result.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Decision Frame</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Decision frame</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Communication</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Communication</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Supervision</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Supervision</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Decision Frame</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Decision frame</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Communication</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Communication</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Supervision</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Supervision</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Decision frame</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Communication</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Supervision</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DECISION FRAME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Decision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Decision frame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The nurse assesses the patient and task before delegating. Assessment, teaching, evaluation, and unstable-patient decisions remain with the licensed nurse.</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Differentiate tasks that require nursing judgment from tasks that may be delegated.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COMMUNICATION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Communication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Communication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State the task, expected result, reporting parameters, and time frame. Confirm understanding and availability for questions.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Select an appropriate delegatee using patient stability, task predictability, and local scope.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SUPERVISION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Supervision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Supervision</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Delegation transfers performance of a task, not accountability for the nursing decision. Reassess the patient and evaluate completion.</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Provide direction, supervision, and outcome evaluation after delegation.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A newly admitted patient has changing neurologic findings.</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Decision frame</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A stable patient needs routine intake and output recorded.</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Communication</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A patient requires initial teaching for a new diagnosis.</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Supervision</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A delegatee reports a value outside the stated parameters.</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The registered nurse performs the focused assessment and d</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An unstable or changing condition requires licensed nursing assessment and judgment.</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Delegate measurement with clear reporting parameters and r</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A predictable task may be delegated when direction and supervision are provided.</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The registered nurse performs and evaluates the initial te</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Initial teaching and evaluation require nursing judgment.</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Assess the patient and determine the appropriate nursing r</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The nurse must interpret abnormal findings and act on the patient response.</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A stable patient needs routine intake and output recorded.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Delegate measurement with clear reporting parameters and review the result.</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A patient requires initial teaching for a new diagnosis.</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The registered nurse performs and evaluates the initial teaching.
- Because: Initial teaching and evaluation require nursing judgment.</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newly admitted patient has changing neurologic findings.
- A stable patient needs routine intake and output recorded.
- A patient requires initial teaching for a new diagnosis.</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 delegatee reports a value outside the stated parameters.
- The task is permitted by policy but the delegatee has not demonstrated competence.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stability</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Task predictability</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Required nursing judgment</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Directions and report-back criteria</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Evaluation completed</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The task is permitted by policy but the delegatee has not demonstrated competence.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Assign the task to a competent team member or complete it as the nurse.</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Assess before delegating.</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Do not delegate nursing judgment.</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Give explicit report-back parameters.</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Evaluate the patient outcome.</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Provide direction, supervision, and outcome evaluation after delegation.</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Assess Before Delegating</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Assess before delegating.</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Do Not Delegate Nursing Judgment</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Do not delegate nursing judgment.</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Give Explicit Report-Back Parameters</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Give explicit report-back parameters.</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Evaluate The Patient Outcome</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Evaluate the patient outcome.</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Match the task to the delegatee, retain nursing judgment, communicate expectations, and evaluate the result.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