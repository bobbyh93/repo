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High-Alert Medication Administration. The concept underneath it is medication safety, and the module rates its safety risk high — its top rating, so this is one to be able to do under pressure rather than one to recognise on a test. Here is the whole lesson in one sentence. Verify the complete medication order, patient-specific parameters, independent checks when required, monitoring, and response to harm. By the end you should be able to do three things: identify safeguards for high-alert medications; recognize parameters that require holding and clarification; and monitor for therapeutic and adverse effects. We get there in three moves, and then spend the second half putting all of them against patient cues, because knowing this and doing it at the bedside are not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cue rather than a definition, because that is the order the unit gives you: the patient arrives first and the explanation catches up later. Here it is. The prescribed dose is inconsistent with the available concentration and usual range. Decide now, before any of this is taught, what you would do and why that thing first. Write it somewhere you will still be able to read at the end, because this exact cue comes back as the first assessment item. Comparing the two answers is most of what the rest of this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follows answers one question. Verify the complete medication order, patient-specific parameters, independent checks when required, monitoring, and response to harm. Keep that sentence in view for the rest of the session. When a slide stops making sense it is almost always because you have lost which part of this sentence it is working on, and naming the part is the fastest way back. The lesson takes the question in three moves — before administration, then during administration, then after administration — and then asks you to apply all of them to cues you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detail second. The lanes on the left are the lesson's teaching moves, in the order a nurse actually performs them; apply and evaluate on the right are where you are made to use them. The reason to show this before teaching any of it is orientation: every cue you meet today sits in one of these lanes, and knowing which lane a cue belongs to usually tells you what to do with it before you can explain why. When you get stuck later, come back to this slide rather than to the last one you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Before administration</a:t>
            </a:r>
          </a:p>
          <a:p>
            <a:r>
              <a:t>- During administration</a:t>
            </a:r>
          </a:p>
          <a:p>
            <a:r>
              <a:t>- After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administration. Verify patient identity, medication, indication, dose, route, time, allergies, relevant laboratory data, interactions, and required independent checks. This is the first of the three, and the two after it assume it. What you get wrong here does not stay here; it propagates quietly into every decision the rest of the lesson asks you to make. Do not move on until you can say this part back without the slide. The test is the objective: if you can identify safeguards for high-alert medications, this lane has done its job, and if you cannot, nothing later in the lesson will fix it — it will only hide it.</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administration. Use the correct equipment and rate, minimize interruptions, and do not bypass smart-device or barcode safeguards without resolving the cause. This is the middle move, and it is where most of the disagreement in this lesson will sit: the point at which a defensible action and the priority action stop being the same answer. Do not move on until you can say this part back without the slide. The test is the objective: if you can recognize parameters that require holding and clarification, this lane has done its job, and if you cannot, nothing later in the lesson will fix it — it will only hide it.</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administration. Monitor the expected effect and predictable harms, document the response, and act immediately on evidence of an adverse event. This is the last of the three, and it is the one most often left implicit -- the step learners can describe accurately and then do not actually perform when the first two have gone well. Say it out loud; that is how it survives contact with a busy shift. Do not move on until you can say this part back without the slide. The test is the objective: if you can monitor for therapeutic and adverse effects, this lane has done its job, and if you cannot, nothing later in the lesson will fix it — it will only hide it.</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four minutes. Every cue on the left was written for one of the lesson moves on the right; your job is to say which, and to be able to defend one of the four out loud. Where the two of you match a cue differently, stop and stay there — you have found a cue whose lane is genuinely arguable, and those are worth more than the three you agreed on instantly. Bring one disagreement to the debrief.</a:t>
            </a:r>
          </a:p>
          <a:p/>
          <a:p>
            <a:r>
              <a:t>ANSWER KEY:</a:t>
            </a:r>
          </a:p>
          <a:p>
            <a:r>
              <a:t>- A relates to: Before administration</a:t>
            </a:r>
          </a:p>
          <a:p>
            <a:r>
              <a:t>- B relates to: During administration</a:t>
            </a:r>
          </a:p>
          <a:p>
            <a:r>
              <a:t>- C relates to: After administration</a:t>
            </a:r>
          </a:p>
          <a:p>
            <a:r>
              <a:t>- D relates to: After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four rationales as a set rather than one at a time. They are deliberately repetitive: the same habit of mind is showing up behind four different cues, and that repetition is the teaching point rather than an accident of writing. A learner who memorises four rules will meet a fifth cue and stall. A learner who can name the one habit will handle cues this lesson never showed them. Say the habit out loud in your own words before you leave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A required patient-specific laboratory result is unavailable. Read all four options and commit to one before the reveal, because the value of a checkpoint is in being wrong out loud rather than quietly. The reasoning you are being tested on is this: Relevant laboratory data can determine whether administration is safe.</a:t>
            </a:r>
          </a:p>
          <a:p/>
          <a:p>
            <a:r>
              <a:t>CORRECT: C</a:t>
            </a:r>
          </a:p>
          <a:p>
            <a:r>
              <a:t>RATIONALE: Relevant laboratory data can determine whether administration is safe.</a:t>
            </a:r>
          </a:p>
          <a:p/>
          <a:p>
            <a:r>
              <a:t>ANSWER KEY:</a:t>
            </a:r>
          </a:p>
          <a:p>
            <a:r>
              <a:t>- C. Obtain or verify the required result before administering the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Barcode scanning produces a mismatch alert. Write two sentences before the debrief: one naming what you assess, one naming what you do about it. Keep them in that order, because the order is the judgement. The keyed reasoning is: A mismatch alert is a safety signal and should not be bypassed for convenience.</a:t>
            </a:r>
          </a:p>
          <a:p/>
          <a:p>
            <a:r>
              <a:t>ANSWER KEY:</a:t>
            </a:r>
          </a:p>
          <a:p>
            <a:r>
              <a:t>- Stop and resolve the patient, medication, and order mismatch.</a:t>
            </a:r>
          </a:p>
          <a:p>
            <a:r>
              <a:t>- A mismatch alert is a safety signal and should not be bypassed for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 turned into something you can write down. The module asks you to be able to fill every one of these fields for any patient in this situation, and the value is in the blanks: a field you cannot complete is not a documentation gap, it is an assessment you have not done yet. Fill them now for the mini-case patient, and notice which field you reach for last — that one is your weak lane.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patient develops signs of an acute adverse reaction during administration. All four options are things a nurse might plausibly do, which is what makes it a capstone rather than a checkpoint. Choose the priority action, not merely a defensible one. The reasoning that separates them: Immediate assessment and response limit ongoing exposure and address instability.</a:t>
            </a:r>
          </a:p>
          <a:p/>
          <a:p>
            <a:r>
              <a:t>CORRECT: B</a:t>
            </a:r>
          </a:p>
          <a:p>
            <a:r>
              <a:t>RATIONALE: Immediate assessment and response limit ongoing exposure and address instability.</a:t>
            </a:r>
          </a:p>
          <a:p/>
          <a:p>
            <a:r>
              <a:t>ANSWER KEY:</a:t>
            </a:r>
          </a:p>
          <a:p>
            <a:r>
              <a:t>- B. Stop the medication when appropriate, assess the patient, and activate the emergency response pathway.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Know why the patient is receiving the medication.</a:t>
            </a:r>
          </a:p>
          <a:p>
            <a:r>
              <a:t>- Resolve incomplete or inconsistent orders.</a:t>
            </a:r>
          </a:p>
          <a:p>
            <a:r>
              <a:t>- Use required independent checks.</a:t>
            </a:r>
          </a:p>
          <a:p>
            <a:r>
              <a:t>- Monitoring is part of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we opened. The question was: Verify the complete medication order, patient-specific parameters, independent checks when required, monitoring, and response to harm. The lines on this slide are the module's own answer, and they are what should still be there in a week when the detail has gone. If you keep one, keep the first: Know why the patient is receiving the medication. Everything else here is that sentence applied to a different cue. Go back now to what you wrote at the opening case and see whether you would still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High-Alert Medication Administration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Pharmacological and Parenteral Therapies  ·  High-Alert_Medication_Administration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Verify the complete medication order, patient-specific parameters, independent checks when required, monitoring, and response to harm.</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High-Alert Medication Administration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Pharmacological and Parenteral Therapies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The prescribed dose is inconsistent with the available concentration and usual range.</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Identify safeguards for high-alert medications.
- Concept: Medication Safety</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Verify the complete medication order, patient-specific parameters, independent checks when required, monitoring, and response to harm.</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Before Administration</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Before administration</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During Administration</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During administration</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After Administration</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After administration</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Before Administration</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Before administration</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During Administration</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During administration</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After Administration</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After administration</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Before administration</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During administration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After administration</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BEFORE ADMINISTRATION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Before administration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Before administration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Verify patient identity, medication, indication, dose, route, time, allergies, relevant laboratory data, interactions, and required independent checks.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Identify safeguards for high-alert medications.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DURING ADMINISTRATION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During administration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During administration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Use the correct equipment and rate, minimize interruptions, and do not bypass smart-device or barcode safeguards without resolving the cause.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Recognize parameters that require holding and clarification.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AFTER ADMINISTRATION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After administration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After administration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Monitor the expected effect and predictable harms, document the response, and act immediately on evidence of an adverse event.</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Monitor for therapeutic and adverse effects.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The prescribed dose is inconsistent with the available concentration and usual range.</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Before administration</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A required patient-specific laboratory result is unavailable.</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During administration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Barcode scanning produces a mismatch alert.</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After administration</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Policy requires an independent double check for this medication.</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Hold administration and clarify the order before preparing</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dose discrepancy must be resolved before medication reaches the patient.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Obtain or verify the required result before administering </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Relevant laboratory data can determine whether administration is safe.</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Stop and resolve the patient, medication, and order mismat</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mismatch alert is a safety signal and should not be bypassed for convenience.</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Have the qualified second clinician independently verify t</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An independent check is performed separately to reduce shared-error bias.</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required patient-specific laboratory result is unavailable.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Obtain or verify the required result before administering the medication.</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Barcode scanning produces a mismatch alert.</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Stop and resolve the patient, medication, and order mismatch.
- Because: A mismatch alert is a safety signal and should not be bypassed for convenience.</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prescribed dose is inconsistent with the available concentration and usual range.
- A required patient-specific laboratory result is unavailable.
- Barcode scanning produces a mismatch alert.</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Policy requires an independent double check for this medication.
- The patient develops signs of an acute adverse reaction during administration.</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Medication and indication</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Patient-specific parameter</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Independent check</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Monitoring plan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Adverse-response action</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patient develops signs of an acute adverse reaction during administration.</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Stop the medication when appropriate, assess the patient, and activate the emergency response pathway.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Know why the patient is receiving the medication.</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Resolve incomplete or inconsistent orders.</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Use required independent checks.</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Monitoring is part of administration.</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Monitor for therapeutic and adverse effects.</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Know Why The Patient Is Receiving The Me</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Know why the patient is receiving the medication.</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Resolve Incomplete Or Inconsistent Order</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Resolve incomplete or inconsistent orders.</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Use Required Independent Checks</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Use required independent checks.</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Monitoring Is Part Of Administration</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Monitoring is part of administration.</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Verify the complete medication order, patient-specific parameters, independent checks when required, monitoring, and response to harm.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