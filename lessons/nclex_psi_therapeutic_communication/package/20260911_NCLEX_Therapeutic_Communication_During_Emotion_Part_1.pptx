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Therapeutic Communication During Emotional Distress. Use presence, observation, open invitations, reflection, and direct safety assessment without false reassurance or judgment. Five lanes carry the lesson: create space, clarify, assess safety,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A patient says, "Nothing will ever get better."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Use presence, observation, open invitations, reflection, and direct safety assessment without false reassurance or judgment.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Create space</a:t>
            </a:r>
          </a:p>
          <a:p>
            <a:r>
              <a:t>- Clarify</a:t>
            </a:r>
          </a:p>
          <a:p>
            <a:r>
              <a:t>- Assess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space. Use calm presence, observations, and open invitations that allow the patient to set the pace and describe their experience. Everything on this slide is the source topic's own wording; the bullets are that same sentence broken up for the screen. This is lane 1 of 3, and it answers: Select therapeutic responses to distress.</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Reflect or restate the patient's meaning and ask focused questions when safety or symptoms require clarification. Everything on this slide is the source topic's own wording; the bullets are that same sentence broken up for the screen. This is lane 2 of 3, and it answers: Avoid common nontherapeutic communication barriers.</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 safety. Statements suggesting hopelessness or self-harm require direct, nonjudgmental assessment and immediate protection according to risk. Everything on this slide is the source topic's own wording; the bullets are that same sentence broken up for the screen. This is lane 3 of 3, and it answers: Escalate statements that indicate possible self-harm.</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Create space</a:t>
            </a:r>
          </a:p>
          <a:p>
            <a:r>
              <a:t>- B relates to: Clarify</a:t>
            </a:r>
          </a:p>
          <a:p>
            <a:r>
              <a:t>- C relates to: Assess safety</a:t>
            </a:r>
          </a:p>
          <a:p>
            <a:r>
              <a:t>- D relates to: Assess safety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grieving patient becomes silent and tearful. Read all four options and commit to one before the reveal, because the value of a checkpoint is in being wrong out loud rather than quietly. The reasoning you are being tested on is this: Therapeutic silence communicates presence without forcing conversation.</a:t>
            </a:r>
          </a:p>
          <a:p/>
          <a:p>
            <a:r>
              <a:t>CORRECT: C</a:t>
            </a:r>
          </a:p>
          <a:p>
            <a:r>
              <a:t>RATIONALE: Therapeutic silence communicates presence without forcing conversation.</a:t>
            </a:r>
          </a:p>
          <a:p/>
          <a:p>
            <a:r>
              <a:t>ANSWER KEY:</a:t>
            </a:r>
          </a:p>
          <a:p>
            <a:r>
              <a:t>- C. Remain present and allow silence while offering the patient time to speak.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patient says, "Everyone is judging me." Write two sentences before the debrief: one naming what you assess, one naming what you do about it. Keep them in that order, because the order is the judgement. The keyed reasoning is: Reflection validates the expressed feeling and invites clarification.</a:t>
            </a:r>
          </a:p>
          <a:p/>
          <a:p>
            <a:r>
              <a:t>ANSWER KEY:</a:t>
            </a:r>
          </a:p>
          <a:p>
            <a:r>
              <a:t>- Respond, "It sounds as though you feel judged; tell me more about that."</a:t>
            </a:r>
          </a:p>
          <a:p>
            <a:r>
              <a:t>- Reflection validates the expressed feeling and invites clarification.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nurse is tempted to say, "Everything will be fine." All four options are things a nurse might plausibly do, which is what makes it a capstone rather than a checkpoint. Choose the priority action, not merely a defensible one. The reasoning that separates them: False reassurance can close communication and minimize distress.</a:t>
            </a:r>
          </a:p>
          <a:p/>
          <a:p>
            <a:r>
              <a:t>CORRECT: B</a:t>
            </a:r>
          </a:p>
          <a:p>
            <a:r>
              <a:t>RATIONALE: False reassurance can close communication and minimize distress.</a:t>
            </a:r>
          </a:p>
          <a:p/>
          <a:p>
            <a:r>
              <a:t>ANSWER KEY:</a:t>
            </a:r>
          </a:p>
          <a:p>
            <a:r>
              <a:t>- B. Acknowledge uncertainty and explore the patient's specific concern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Acknowledge emotion before problem-solving.</a:t>
            </a:r>
          </a:p>
          <a:p>
            <a:r>
              <a:t>- Avoid advice and false reassurance.</a:t>
            </a:r>
          </a:p>
          <a:p>
            <a:r>
              <a:t>- Silence can be therapeutic.</a:t>
            </a:r>
          </a:p>
          <a:p>
            <a:r>
              <a:t>- Ask directly about self-harm when indicated.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Therapeutic Communication During Emotional Distress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Psychosocial Integrity  ·  Therapeutic_Communication_During_Emotion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Use presence, observation, open invitations, reflection, and direct safety assessment without false reassurance or judgment.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Therapeutic Communication During Emotional Distress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Psychosocial Integrity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patient says, "Nothing will ever get better."</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Select therapeutic responses to distress.
- Concept: Therapeutic Communication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Use presence, observation, open invitations, reflection, and direct safety assessment without false reassurance or judgment.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Create Space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Create space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Clarify</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Clarify</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Assess Safety</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safety</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Create Space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Create space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Clarify</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Clarify</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Assess Safety</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Assess safety</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Create space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Clarify</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Assess safety</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CREATE SPACE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Create space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Create space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calm presence, observations, and open invitations that allow the patient to set the pace and describe their experience.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therapeutic responses to distress.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CLARIFY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Clarify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Clarify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Reflect or restate the patient's meaning and ask focused questions when safety or symptoms require clarification.</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Avoid common nontherapeutic communication barriers.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ASSESS SAFETY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Assess safety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Assess safety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Statements suggesting hopelessness or self-harm require direct, nonjudgmental assessment and immediate protection according to risk.</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Escalate statements that indicate possible self-harm.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patient says, "Nothing will ever get better."</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Create space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grieving patient becomes silent and tearful.</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Clarify</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patient says, "Everyone is judging me."</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Assess safety</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A patient is anxious about a procedure.</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Acknowledge the distress and ask directly about thoughts o</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Hopeless statements warrant therapeutic exploration and direct safety assessment.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Remain present and allow silence while offering the patien</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Therapeutic silence communicates presence without forcing conversation.</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Respond, "It sounds as though you feel judged; tell me mor</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Reflection validates the expressed feeling and invites clarification.</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Ask what concerns them most and provide information respon</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Open exploration identifies the patient's need before teaching.</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grieving patient becomes silent and tearful.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Remain present and allow silence while offering the patient time to speak.</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patient says, "Everyone is judging me."</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Respond, "It sounds as though you feel judged; tell me more about that."
- Because: Reflection validates the expressed feeling and invites clarification.</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patient says, "Nothing will ever get better."
- A grieving patient becomes silent and tearful.
- A patient says, "Everyone is judging me."</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patient is anxious about a procedure.
- The nurse is tempted to say, "Everything will be fine."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Observed cue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Therapeutic response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Nontherapeutic trap</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Safety question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Follow-up action</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nurse is tempted to say, "Everything will be fine."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Acknowledge uncertainty and explore the patient's specific concern instead.</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Acknowledge emotion before problem-solving.</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Avoid advice and false reassurance.</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Silence can be therapeutic.</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Ask directly about self-harm when indicated.</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Escalate statements that indicate possible self-harm.</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Acknowledge Emotion Before Problem-Solvi</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Acknowledge emotion before problem-solving.</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Avoid Advice And False Reassurance</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Avoid advice and false reassurance.</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Silence Can Be Therapeutic</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Silence can be therapeutic.</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Ask Directly About Self-Harm When Indica</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Ask directly about self-harm when indicated.</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Use presence, observation, open invitations, reflection, and direct safety assessment without false reassurance or judgment.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