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Precautions and Exposure Prevention. Select hand hygiene and protective equipment from the anticipated exposure, then remove equipment without contaminating clean areas. Five lanes carry the lesson: anticipate exposure, hand hygiene, exposure response,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A procedure may splash body fluid toward the face.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Select hand hygiene and protective equipment from the anticipated exposure, then remove equipment without contaminating clean areas.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Anticipate exposure</a:t>
            </a:r>
          </a:p>
          <a:p>
            <a:r>
              <a:t>- Hand hygiene</a:t>
            </a:r>
          </a:p>
          <a:p>
            <a:r>
              <a:t>- Exposure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 exposure. Standard precautions apply to every patient. Add gloves, gown, mask, and eye protection according to likely contact with blood, body fluids, mucous membranes, nonintact skin, or contaminated equipment. Everything on this slide is the source topic's own wording; the bullets are that same sentence broken up for the screen. This is lane 1 of 3, and it answers: Apply standard precautions to every patient encounter.</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hygiene. Perform hand hygiene at indicated moments and after glove removal. Gloves do not replace hand hygiene. Everything on this slide is the source topic's own wording; the bullets are that same sentence broken up for the screen. This is lane 2 of 3, and it answers: Select PPE from the anticipated exposure.</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 response. Immediately wash or flush the exposed area, report the event, and follow the organization's exposure evaluation process. Everything on this slide is the source topic's own wording; the bullets are that same sentence broken up for the screen. This is lane 3 of 3, and it answers: Respond safely to a sharps or body-fluid exposure.</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Anticipate exposure</a:t>
            </a:r>
          </a:p>
          <a:p>
            <a:r>
              <a:t>- B relates to: Hand hygiene</a:t>
            </a:r>
          </a:p>
          <a:p>
            <a:r>
              <a:t>- C relates to: Exposure response</a:t>
            </a:r>
          </a:p>
          <a:p>
            <a:r>
              <a:t>- D relates to: Exposure response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Gloves are removed after contact with contaminated material. Read all four options and commit to one before the reveal, because the value of a checkpoint is in being wrong out loud rather than quietly. The reasoning you are being tested on is this: Gloves can have defects and hands can be contaminated during removal.</a:t>
            </a:r>
          </a:p>
          <a:p/>
          <a:p>
            <a:r>
              <a:t>CORRECT: C</a:t>
            </a:r>
          </a:p>
          <a:p>
            <a:r>
              <a:t>RATIONALE: Gloves can have defects and hands can be contaminated during removal.</a:t>
            </a:r>
          </a:p>
          <a:p/>
          <a:p>
            <a:r>
              <a:t>ANSWER KEY:</a:t>
            </a:r>
          </a:p>
          <a:p>
            <a:r>
              <a:t>- C. Perform hand hygiene immediately after glove removal.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nurse sustains a needlestick injury. Write two sentences before the debrief: one naming what you assess, one naming what you do about it. Keep them in that order, because the order is the judgement. The keyed reasoning is: Immediate cleansing and timely evaluation reduce preventable harm and enable indicated prophylaxis.</a:t>
            </a:r>
          </a:p>
          <a:p/>
          <a:p>
            <a:r>
              <a:t>ANSWER KEY:</a:t>
            </a:r>
          </a:p>
          <a:p>
            <a:r>
              <a:t>- Wash the area, report promptly, and begin the exposure protocol.</a:t>
            </a:r>
          </a:p>
          <a:p>
            <a:r>
              <a:t>- Immediate cleansing and timely evaluation reduce preventable harm and enable indicated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A nurse plans to recap a used needle by hand. All four options are things a nurse might plausibly do, which is what makes it a capstone rather than a checkpoint. Choose the priority action, not merely a defensible one. The reasoning that separates them: Avoiding manipulation of used sharps reduces percutaneous injury risk.</a:t>
            </a:r>
          </a:p>
          <a:p/>
          <a:p>
            <a:r>
              <a:t>CORRECT: B</a:t>
            </a:r>
          </a:p>
          <a:p>
            <a:r>
              <a:t>RATIONALE: Avoiding manipulation of used sharps reduces percutaneous injury risk.</a:t>
            </a:r>
          </a:p>
          <a:p/>
          <a:p>
            <a:r>
              <a:t>ANSWER KEY:</a:t>
            </a:r>
          </a:p>
          <a:p>
            <a:r>
              <a:t>- B. Activate the safety device and place the needle directly in an approved sharps container.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Standard precautions apply to all patients.</a:t>
            </a:r>
          </a:p>
          <a:p>
            <a:r>
              <a:t>- Match PPE to exposure risk.</a:t>
            </a:r>
          </a:p>
          <a:p>
            <a:r>
              <a:t>- Remove PPE to prevent self-contamination.</a:t>
            </a:r>
          </a:p>
          <a:p>
            <a:r>
              <a:t>- Report occupational exposures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Standard Precautions and Exposure Prevention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Safety and Infection Prevention and Control  ·  Standard_Precautions_and_Exposure_Preven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Select hand hygiene and protective equipment from the anticipated exposure, then remove equipment without contaminating clean areas.</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Standard Precautions and Exposure Prevention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Safety and Infection Prevention and Control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 procedure may splash body fluid toward the face.</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Apply standard precautions to every patient encounter.
- Concept: Infection Prevention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Select hand hygiene and protective equipment from the anticipated exposure, then remove equipment without contaminating clean areas.</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Anticipate Exposure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Anticipate exposure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Hand Hygiene</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Hand hygiene</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Exposure Response</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Exposure response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Anticipate Exposure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Anticipate exposure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Hand Hygiene</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Hand hygiene</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Exposure Response</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Exposure response</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Anticipate exposure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Hand hygiene</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Exposure response</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ANTICIPATE EXPOSURE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Anticipate exposure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Anticipate exposure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Standard precautions apply to every patient. Add gloves, gown, mask, and eye protection according to likely contact with blood, body fluids, mucous membranes, nonintact skin, or contaminated equipment.</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Apply standard precautions to every patient encounter.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HAND HYGIENE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Hand hygiene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Hand hygiene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Perform hand hygiene at indicated moments and after glove removal. Gloves do not replace hand hygiene.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PPE from the anticipated exposure.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EXPOSURE RESPONSE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Exposure response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Exposure response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Immediately wash or flush the exposed area, report the event, and follow the organization's exposure evaluation process.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Respond safely to a sharps or body-fluid exposure.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 procedure may splash body fluid toward the face.</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Anticipate exposure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Gloves are removed after contact with contaminated material.</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Hand hygiene</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nurse sustains a needlestick injury.</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Exposure response</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Clean supplies are placed near used wound-care materials.</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Use gloves plus facial and eye protection appropriate to t</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PPE selection is based on the anticipated route and extent of exposure.</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Perform hand hygiene immediately after glove removal.</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Gloves can have defects and hands can be contaminated during removal.</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Wash the area, report promptly, and begin the exposure pro</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Immediate cleansing and timely evaluation reduce preventable harm and enable indicated prophylaxis.</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Separate clean and contaminated fields before continuing c</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Maintaining separation limits indirect transmission.</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Gloves are removed after contact with contaminated material.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Perform hand hygiene immediately after glove removal.</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nurse sustains a needlestick injury.</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Wash the area, report promptly, and begin the exposure protocol.
- Because: Immediate cleansing and timely evaluation reduce preventable harm and enable indicated prophylaxis.</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procedure may splash body fluid toward the face.
- Gloves are removed after contact with contaminated material.
- A nurse sustains a needlestick injury.</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Clean supplies are placed near used wound-care materials.
- A nurse plans to recap a used needle by hand.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Expected exposure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Required PPE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Clean-to-dirty sequence</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Hand-hygiene moment</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Exposure follow-up</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A nurse plans to recap a used needle by hand.</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Activate the safety device and place the needle directly in an approved sharps container.</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Standard precautions apply to all patients.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Match PPE to exposure risk.</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Remove PPE to prevent self-contamination.</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Report occupational exposures immediately.</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Respond safely to a sharps or body-fluid exposure.</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Standard Precautions Apply To All Patien</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Standard precautions apply to all patients.</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Match Ppe To Exposure Risk</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Match PPE to exposure risk.</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Remove Ppe To Prevent Self-Contamination</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Remove PPE to prevent self-contamination.</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Report Occupational Exposures Immediatel</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Report occupational exposures immediately.</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Select hand hygiene and protective equipment from the anticipated exposure, then remove equipment without contaminating clean areas.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